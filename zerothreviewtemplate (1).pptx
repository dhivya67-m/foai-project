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TPRDd6kohTo0y3F5x/RMryoHQ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709427-ECE0-4244-B970-92960B055A0A}">
  <a:tblStyle styleId="{33709427-ECE0-4244-B970-92960B055A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3390/smartcities6040084" TargetMode="External"/><Relationship Id="rId4" Type="http://schemas.openxmlformats.org/officeDocument/2006/relationships/hyperlink" Target="https://doi.org/10.3390/smartcities6040084" TargetMode="External"/><Relationship Id="rId5" Type="http://schemas.openxmlformats.org/officeDocument/2006/relationships/hyperlink" Target="https://link.springer.com/article/10.2991/jrarc.2016.6.3.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| Rajalakshmi Engineering College (REC)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488141" y="1653501"/>
            <a:ext cx="9601199" cy="3931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Cyber Security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2026-2027- Odd Semester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III Year /V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CS23533-FOUNDATIONS OF ARTIFICIAL INTELLIGENCE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Zeroth Review – 31-07-2026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| Rajalakshmi Engineering College (REC)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071" y="497541"/>
            <a:ext cx="4856209" cy="11559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1295400" y="1653501"/>
            <a:ext cx="9601199" cy="1775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        PROJECT TITLE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595718" y="3278879"/>
            <a:ext cx="3898178" cy="192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Members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1.Dharani K: 241901025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2.Dhivya M: 241901027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329082" y="3278879"/>
            <a:ext cx="4086554" cy="1610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S.Bhuvana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Professor[SG]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918882" y="17718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32285" lvl="0" marL="343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Literature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&amp; Novelty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Hardware/Software requirements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285" lvl="0" marL="343080" rtl="0" algn="just">
              <a:lnSpc>
                <a:spcPct val="15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08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ABSTRACT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637817"/>
            <a:ext cx="10515600" cy="48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Natural disasters such as floods, fires, earthquakes, and industrial accidents often create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emergency situations where people must evacuate quickly to ensure their safety. During such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events, many roads may become blocked or unsafe, making it difficult to identify a secure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evacuation route. This project proposes an AI-Powered Emergency Evacuation Route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Planning System that assists users in finding the safest path from their current location to a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safe destination during emergencies.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system applies the A (A-Star) Search Algorithm*, an Artificial Intelligence search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technique, to determine the optimal evacuation route. The road network is represented as a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graph consisting of interconnected locations, where each road is assigned a travel cost. Users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provide the starting location, destination, and blocked roads caused by the emergency. Based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 these inputs, the A* algorithm efficiently explores the available paths and identifies the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safest and most suitable route while avoiding hazardous areas. </a:t>
            </a:r>
            <a:endParaRPr/>
          </a:p>
        </p:txBody>
      </p:sp>
      <p:sp>
        <p:nvSpPr>
          <p:cNvPr id="113" name="Google Shape;1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OBJECTIVE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develop an AI-based evacuation route planning system.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implement the A* Search Algorithm for finding the safest evacuation route.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avoid blocked or hazardous roads during emergencies.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reduce evacuation time by selecting an optimal path.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recalculate the route whenever road conditions change.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improve public safety during natural disasters.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>
              <a:solidFill>
                <a:srgbClr val="1F3864"/>
              </a:solidFill>
            </a:endParaRPr>
          </a:p>
        </p:txBody>
      </p:sp>
      <p:graphicFrame>
        <p:nvGraphicFramePr>
          <p:cNvPr id="126" name="Google Shape;126;p6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{33709427-ECE0-4244-B970-92960B055A0A}</a:tableStyleId>
              </a:tblPr>
              <a:tblGrid>
                <a:gridCol w="2591925"/>
                <a:gridCol w="2591925"/>
                <a:gridCol w="2585250"/>
                <a:gridCol w="2598600"/>
              </a:tblGrid>
              <a:tr h="83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YEAR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AUTHOR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TECHNIQUE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Route Planning for Emergency Evacuation Using Graph Traversal Algorithms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2023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Alexandros Gaitanis, Athanasios Lentzas, Grigorios Tsoumakas,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Floor-plan graph generation + Dijkstra Algorithm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real-time automatic fire emergency evacuation route selection model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2024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Ping Huang, Xiajun Lin, Chunxiang Liu,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Multi-Criteria Decision Making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Help Me Evacuate! A Smart Adaptable Evacuation System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2023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Various Authors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Intelligent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Route Planning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7" name="Google Shape;1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EXISTING SYSTEM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existing research paper 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"Route Planning for Emergency Evacuation Using Graph Traversal Algorithms"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uses graph traversal techniques and 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Dijkstra's Algorithm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for finding the shortest evacuation path.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Searches many nodes before reaching the destination.</a:t>
            </a:r>
            <a:endParaRPr sz="2500"/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Higher execution time for large road networks.</a:t>
            </a:r>
            <a:endParaRPr sz="2500"/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Does not use heuristic information. </a:t>
            </a:r>
            <a:endParaRPr sz="2500"/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Less suitable for fast emergency decision making. </a:t>
            </a:r>
            <a:endParaRPr sz="2500"/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Route recalculation may take more time. </a:t>
            </a:r>
            <a:endParaRPr sz="2500"/>
          </a:p>
          <a:p>
            <a:pPr indent="-20955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Performance decreases as graph size increases.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PROPOSED SYSTEM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11138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proposed system uses the </a:t>
            </a: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A Search Algorithm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* to calculate the safest evacuation route.</a:t>
            </a:r>
            <a:endParaRPr sz="25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Working: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User enters source location.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User selects destination.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Blocked roads are marked.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Road network is converted into a graph.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A* Search Algorithm calculates the safest route.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Alternative path is generated if a road becomes blocked. </a:t>
            </a:r>
            <a:endParaRPr sz="2500"/>
          </a:p>
          <a:p>
            <a:pPr indent="-211138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Final safe route is displayed.</a:t>
            </a:r>
            <a:endParaRPr sz="2500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in Proposed System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582525" y="2186750"/>
            <a:ext cx="105156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hazard-aware routing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— blocked/flooded roads are removed from the routing network before A* search.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Dynamic rerouting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— hazard changes → safe alternate route automatically generated.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OSM-based real road network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— Chennai actual road-network data rather than a fixed sample graph.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Visual hazard representation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— 🔴 blocked, 🟠 flood, 🔵 safe A* route directly on the map.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Integrated emergency decision system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— location selection → hazard detection → A* routing → visual safe route in one pipeline.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BLOCK DIAGRAM(PROPOSED SYSTEM)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54" name="Google Shape;1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  <p:pic>
        <p:nvPicPr>
          <p:cNvPr id="155" name="Google Shape;1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700" y="1690700"/>
            <a:ext cx="8971876" cy="451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Hardware/Software Requirements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838200" y="16000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200"/>
              <a:t>Hardware Requirement:</a:t>
            </a:r>
            <a:endParaRPr b="1"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Processor : Intel Core i3 or above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RAM 4 GB minimum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Storage 20 GB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Free Space Keyboard &amp; Mouse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200"/>
              <a:t>Software Requirement:</a:t>
            </a:r>
            <a:endParaRPr b="1"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Operating System : Windows 10/11 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Programming Language : Python 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IDE : Visual Studio Code / PyCharm 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Libraries : NetworkX, Matplotlib 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Version Control : Git (Optional)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62" name="Google Shape;16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Gaitanis, A., Lentzas, A., Tsoumakas, G., &amp; Vrakas, D. (2023).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Route Planning for Emergency Evacuation Using Graph Traversal Algorithms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Smart Cities, 6(4), 1814–1831.</a:t>
            </a:r>
            <a:r>
              <a:rPr lang="en-US" sz="2400">
                <a:solidFill>
                  <a:schemeClr val="hlink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https://doi.org/10.3390/smartcities6040084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Lakshay, Agarwal, A., &amp; Bolia, N. B. (2016).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Route Guidance Map for Emergency Evacuation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Journal of Risk Analysis and Crisis Response, 6(3), 135–144.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https://link.springer.com/article/10.2991/jrarc.2016.6.3.3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Han, Z., et al. (2013).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Integrated Evacuation Route Planning Based on Real-Time Data Acquisition.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Liu, J., Rojas-Cessa, R., &amp; Dong, Z. (2016).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Sensing, Calculating and Disseminating Evacuating Routes During an Indoor Fire.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